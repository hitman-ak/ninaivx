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NinaivX is my own self-proposed MSc project — I chose this problem because it has real human impact: helping with loneliness and grief, while tackling the safety risks that today's 'AI of the dead' products ignore. I'll give a short overview, then show you the live app, and finish with my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proposed this myself because it matters. Loneliness and grief are huge; companies already sell chatbots of the dead — but they're built on models that make things up, with no safeguards, no transparency and no evaluation. Inventing a memory a real person never had can distort how a griever remembers them. So my two questions: RQ1 — can I cut fabrication without hurting quality? RQ2 — can one system safely run two very different personas?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core idea in one picture. One backend, two personas. A simple deterministic rule — not another AI — routes each message, so the safety-critical decision can't be manipulated. The Legacy node literally has no internet tools attached, so fabrication from live data is impossible by construction. On top of that: temporal grounding, transparency, and data isolation.</a:t>
            </a:r>
          </a:p>
          <a:p/>
          <a:p>
            <a:r>
              <a:t>*** NOW SWITCH TO THE LIVE DEMO ***  Show: create a persona (name, story, pick/clone a voice), then a text chat, then a voice call. Best bit to show: ask a Legacy persona about a very recent event — it says it wasn't around for that and refuses to invent it. That's the safety design working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First, a controlled experiment: same AI model on both sides, changing only my grounding versus an unconstrained baseline. Fabrication dropped from 83% to 28% overall, and fabrication about events after death fell from 100% to essentially zero. That directly answers RQ1. Second, a user study — 21 adults, ethics-approved and anonymous — rated it 4.6 out of 5, with 90% trusting it not to make things up. The honest weak spot users flagged was voice naturalness.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a griefbot can be generative but also grounded, transparent, open, and — unusually — actually evaluated. My contributions are the air-gap guarantee, temporal grounding, and publishing an evaluation of the safety design. Both research questions are answered. Future work is better voice, retrieval-based grounding, streaming voice and an avatar. Thank you — I'm happy to take questions.</a:t>
            </a:r>
          </a:p>
          <a:p/>
          <a:p>
            <a:r>
              <a:t>VIVA QUICK FACTS: Claude Sonnet on AWS Bedrock (EU); FastAPI+LangGraph, Supabase, ElevenLabs, React Native/Expo. Air-gap = deceased node binds no tools (code-level). Fabrication 83-&gt;28%, post-death 100-&gt;~0%. Study n=21, 4.6/5. Deterministic router so routing can't be manipulated. Ethics ref 076699. Main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3200400" cy="502920"/>
          </a:xfrm>
          <a:prstGeom prst="roundRect">
            <a:avLst/>
          </a:prstGeom>
          <a:solidFill>
            <a:srgbClr val="1F5754"/>
          </a:solidFill>
          <a:ln w="19050">
            <a:solidFill>
              <a:srgbClr val="6FB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SELF-PROPOSED MSc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257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Why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Self-proposed — chosen for its real-world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Grief and loneliness are universal — WHO links loneliness to ~871,000 deaths a year.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 — but generative AI fabricates.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Existing products are unconstrained: no anti-fabrication safeguard, no transparency, no published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977639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grounding reduce factual fabrication while keeping conversational quality?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074920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one architecture safely serve both a deceased (Legacy) and a living (Companion) persona?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it works — safety by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8889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76072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Two personas, one backend: Legacy (air-gapped) and Companion (web-connected, 18+).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A deterministic router picks the persona — not an LLM, so it can’t be talked out of it.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Legacy node has no tools bound — reaching the internet is impossible, not just discouraged.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Plus temporal grounding, AI transparency, and strict per-user data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669280"/>
            <a:ext cx="5760720" cy="640080"/>
          </a:xfrm>
          <a:prstGeom prst="roundRect">
            <a:avLst/>
          </a:prstGeom>
          <a:solidFill>
            <a:srgbClr val="FEF3DF"/>
          </a:solidFill>
          <a:ln w="19050">
            <a:solidFill>
              <a:srgbClr val="C9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5577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A1A"/>
                </a:solidFill>
                <a:latin typeface="Segoe UI"/>
              </a:rPr>
              <a:t>▶  LIVE DEMO  —  create a persona, then chat &amp; talk to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— it works, and I measured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Fabr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0522"/>
            <a:ext cx="6035040" cy="33683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5321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444E57"/>
                </a:solidFill>
                <a:latin typeface="Segoe UI"/>
              </a:rPr>
              <a:t>Controlled test: same model, only the grounding changed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554480"/>
            <a:ext cx="4937760" cy="114300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91639"/>
            <a:ext cx="4754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83%  →  28%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overall fabrication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2788920"/>
            <a:ext cx="4937760" cy="114300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926079"/>
            <a:ext cx="4754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100%  →  ~0%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fabrication about post-death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4023360"/>
            <a:ext cx="4937760" cy="114300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160520"/>
            <a:ext cx="4754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2A6F6B"/>
                </a:solidFill>
                <a:latin typeface="Segoe UI"/>
              </a:rPr>
              <a:t>4.6 / 5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user study rating (n = 21, ethics-approved)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303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44E57"/>
                </a:solidFill>
                <a:latin typeface="Segoe UI"/>
              </a:rPr>
              <a:t>90% trusted it not to “make things up” and knew it was an AI. Weakest point: voice naturalness.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dual-mode griefbot that is generative — yet grounded, transparent, open, and evaluated.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Contributions: the air-gap as a code-level guarantee; temporal grounding; an openly evaluated safety design.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Answers both questions: RQ1 ✓ fabrication down, quality kept;  RQ2 ✓ one architecture, two safe personas.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work: better voice naturalness; RAG grounding; full-duplex streaming voice; a persona avatar.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257800"/>
            <a:ext cx="10972800" cy="914400"/>
          </a:xfrm>
          <a:prstGeom prst="roundRect">
            <a:avLst/>
          </a:prstGeom>
          <a:solidFill>
            <a:srgbClr val="2A6F6B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257800"/>
            <a:ext cx="10972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  — 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
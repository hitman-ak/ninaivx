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[morning/afternoon]. I'm Ashwin. My project, NinaivX, is a privacy-first voice AI that lets people talk to an AI companion, or to a gentle AI recreation of a loved one who has passed away — designed to be emotionally supportive but factually safe. I'll take about 10 minutes, then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big, universal problems: loneliness and grief. There's real demand — companies now sell chatbots of the dead. The danger is that large language models make things up. For an ordinary chatbot that's annoying; for one impersonating your late grandfather, inventing a memory he never had can actually distort how you remember him. That risk is what this project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systems sit at two extremes. Some are safe but frozen — they just replay recordings. Others are fully generative but have no published safeguards, no transparency, and no evaluation. Nobody occupies the middle: generative, but also safe, transparent, open and actually evaluated. That's the gap NinaivX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aim is to build and evaluate such a system. Two research questions drive it. RQ1 is about safety versus quality — can we cut hallucination without making the conversation worse? RQ2 is architectural — can one system safely serve two very different personas? Keep these two in mind; I'll answer both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idea: one backend, two personas with deliberately different capabilities. The Legacy persona is sealed off from the internet and only knows what the user told it. The Companion is a normal, web-connected friend for adults. The key philosophy is 'safety by construction' — instead of asking the model nicely not to misbehave, we remove the ability entirely. That's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how it works. A message comes in; a deterministic supervisor — just a branch on the persona type, not another AI — sends it one of two ways. The deceased node has literally no tools attached, so reaching the live internet is impossible, not just discouraged. The companion node does have a web-search tool it can loop through. That asymmetry is the whole safety story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safeguards. First, the air-gap — a guarantee in code, not a promise in a prompt. Second, temporal grounding: a persona who died in 2010 doesn't know about COVID or ChatGPT. Third, transparency: it never pretends to be truly human if you sincerely ask. And fourth, the supporting layer — content rules per mode, defence against prompt injection, and strict data isolation. Point at the screenshot on the right: this is real — a legacy persona asked about a recent flood says its knowledge stopped after a point and refuses to invent details. That's temporal grounding working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app — built with React Native and Expo, so it runs on a normal phone. Walk left to right: you land here, sign up, then create a persona in a short three-step wizard — who they are, their story, and their voice, which you can pick or clone from a short recording — and finally you can talk to it and hear it reply in a voice call. Rather than a live demo, these screenshots show the whole flow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evaluated it two ways. First, a user study — 21 adults, ethics-approved, remote and anonymous. Results were strongly positive: an overall 4.6 out of 5, everyone comfortable and satisfied, and importantly 90% trusted it not to make things up. The one weak spot, which users told me directly, was the naturalness of the synthetic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evaluation is the one I'm most pleased with — a controlled experiment. Same AI model on both sides; the only difference was NinaivX's grounding versus an unconstrained baseline. Grounding cut the overall hallucination rate from 83% to 28%, and hallucination about events after the person's death fell from 100% to essentially zero. It doesn't fully stop invented personal facts — and that's exactly what the future retrieval work is for. This directly answers RQ1.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both questions are answered. RQ1: yes — hallucination measurably down, quality preserved. RQ2: yes — one architecture, two safe personas, and transparency that users noticed. I'm also honest about the limitation: grounding personal facts by prompt alone isn't enough, which points straight at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about limits: the sample is small and self-selected, it measures perceptions rather than long-term wellbeing, and — by ethical necessity — I didn't test with actually bereaved people. The future work follows directly: better voice naturalness, retrieval-based grounding to fix the personal-fact gap, real-time full-duplex streaming voice for lower latency, a persona avatar that users asked for, and a larger longitudinal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NinaivX shows you can have a generative griefbot that is also grounded, transparent, open, and — unusually for this area — actually evaluated. The contributions are the air-gap guarantee, temporal grounding, and publishing an evaluation of the safety design. The bigger point: these systems don't have to be the opaque products on the market today.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QUICK FACTS: Model = Claude Sonnet on AWS Bedrock (EU region). Stack = FastAPI + LangGraph backend, Supabase auth/DB, ElevenLabs voice, React Native/Expo app. Air-gap = deceased node binds no tools (code-level). Hallucination result: 83%-&gt;28% overall, 100%-&gt;7% post-death (the 1 flagged case actually declined correctly, so effectively 0). User study n=21, mean 4.6/5. Why deterministic router? So the safety-critical routing can't be manipulated by a message. Ethics: Sheffield ref 076699, anonymous, adults-only, grief screening. Biggest limitation: personal-fact confabulation -&gt; fix with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6FB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"/>
              </a:rPr>
              <a:t>NinaivX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0632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7ECEA"/>
                </a:solidFill>
                <a:latin typeface="Segoe UI"/>
              </a:rPr>
              <a:t>A Privacy-First, Dual-Mode Voice AI for Bereavement Support &amp; Companionship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3949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Ashwin Kumar Ramesh Kumar</a:t>
            </a:r>
          </a:p>
          <a:p>
            <a:r>
              <a:rPr sz="1400" b="0" i="0">
                <a:solidFill>
                  <a:srgbClr val="CFE6E3"/>
                </a:solidFill>
                <a:latin typeface="Segoe UI"/>
              </a:rPr>
              <a:t>MSc Artificial Intelligence  ·  University of Sheffield</a:t>
            </a:r>
          </a:p>
          <a:p>
            <a:r>
              <a:rPr sz="1400" b="0" i="0">
                <a:solidFill>
                  <a:srgbClr val="CFE6E3"/>
                </a:solidFill>
                <a:latin typeface="Segoe UI"/>
              </a:rPr>
              <a:t>Supervisor: Professor Roger K. Moore   ·  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Grief and loneliness are widespread — the WHO links loneliness to ~871,000 deaths a year, affecting about 1 in 6 people.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A commercial “digital afterlife industry” now recreates the dead as chatbots.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But generative AI hallucinates — it produces confident, false detail.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A bot that invents memories a real person never had can distort a griever’s memory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Existing systems leave a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Authentic but static — e.g. HereAfter replays consented recordings; it cannot answer anything new.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Conversational but unconstrained — e.g. Project December, You Only Virtual: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no safety mechanism against hallucination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no transparency guarantee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closed, with no published evaluation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The gap: a system that is generative AND safe, transparent, open, and evaluated.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Aim &amp;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Aim: design, build and evaluate a privacy-first, dual-mode voice AI that is emotionally supportive, factually safer, and privacy-respecting.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17520"/>
            <a:ext cx="1088136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2A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6F6B"/>
                </a:solidFill>
                <a:latin typeface="Segoe UI"/>
              </a:rPr>
              <a:t>RQ1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Can an air-gapped, grounded design reduce hallucination while keeping conversational quality?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434840"/>
            <a:ext cx="1088136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2A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6F6B"/>
                </a:solidFill>
                <a:latin typeface="Segoe UI"/>
              </a:rPr>
              <a:t>RQ2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Can a single architecture serve both a deceased (Legacy) and a living (Companion) persona?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Two personas, one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44E57"/>
                </a:solidFill>
                <a:latin typeface="Segoe UI"/>
              </a:rPr>
              <a:t>Safety by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Legacy (deceased): air-gapped, grounded in what the user provides, comfort only.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Companion (living, 18+): a web-connected AI friend to ease loneliness.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2000" b="0" i="0">
                <a:solidFill>
                  <a:srgbClr val="444E57"/>
                </a:solidFill>
                <a:latin typeface="Segoe UI"/>
              </a:rPr>
              <a:t>Guiding principle: the most important safety property is a structural guarantee, not a prompt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80335"/>
            <a:ext cx="5577840" cy="444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A deterministic supervisor routes by the stored persona type — no LLM call, so it can’t be talked out of its decision.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Deceased node: no tools bound — it cannot reach the internet.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Companion node: a web-search tool in a reason–act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How NinaivX stays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7724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Air-gap = a code-level guarantee — the deceased node has no tools, so hallucination from live data is impossible.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Temporal grounding — the persona knows the world only up to its year of passing.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AI transparency — it discloses it is an AI recreation if asked, and shows a disclosure at the start.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Per-mode content policy · prompt-injection hardening · strict per-user data isolation.</a:t>
            </a:r>
          </a:p>
        </p:txBody>
      </p:sp>
      <p:pic>
        <p:nvPicPr>
          <p:cNvPr id="6" name="Picture 5" descr="app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01" y="1417320"/>
            <a:ext cx="2004156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577900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C97A1A"/>
                </a:solidFill>
                <a:latin typeface="Segoe UI"/>
              </a:rPr>
              <a:t>Temporal grounding in action — declines to invent a recent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The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44E57"/>
                </a:solidFill>
                <a:latin typeface="Segoe UI"/>
              </a:rPr>
              <a:t>React Native / Expo  ·  text + voice  ·  voice cloning</a:t>
            </a:r>
          </a:p>
        </p:txBody>
      </p:sp>
      <p:pic>
        <p:nvPicPr>
          <p:cNvPr id="6" name="Picture 5" descr="app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595119"/>
            <a:ext cx="1920240" cy="4161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2287" y="587044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44E57"/>
                </a:solidFill>
                <a:latin typeface="Segoe UI"/>
              </a:rPr>
              <a:t>Landing</a:t>
            </a:r>
          </a:p>
        </p:txBody>
      </p:sp>
      <p:pic>
        <p:nvPicPr>
          <p:cNvPr id="8" name="Picture 7" descr="app-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7" y="1595119"/>
            <a:ext cx="1920240" cy="4161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04007" y="587044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44E57"/>
                </a:solidFill>
                <a:latin typeface="Segoe UI"/>
              </a:rPr>
              <a:t>Sign-up</a:t>
            </a:r>
          </a:p>
        </p:txBody>
      </p:sp>
      <p:pic>
        <p:nvPicPr>
          <p:cNvPr id="10" name="Picture 9" descr="app-crea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27" y="1595119"/>
            <a:ext cx="1920240" cy="4161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35727" y="587044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44E57"/>
                </a:solidFill>
                <a:latin typeface="Segoe UI"/>
              </a:rPr>
              <a:t>Create persona</a:t>
            </a:r>
          </a:p>
        </p:txBody>
      </p:sp>
      <p:pic>
        <p:nvPicPr>
          <p:cNvPr id="12" name="Picture 11" descr="app-creat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447" y="1595119"/>
            <a:ext cx="1920240" cy="4161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67447" y="587044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44E57"/>
                </a:solidFill>
                <a:latin typeface="Segoe UI"/>
              </a:rPr>
              <a:t>Add a voice</a:t>
            </a:r>
          </a:p>
        </p:txBody>
      </p:sp>
      <p:pic>
        <p:nvPicPr>
          <p:cNvPr id="14" name="Picture 13" descr="app-v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9167" y="1595119"/>
            <a:ext cx="1920240" cy="4161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99167" y="587044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44E57"/>
                </a:solidFill>
                <a:latin typeface="Segoe UI"/>
              </a:rPr>
              <a:t>Voice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Evaluation 1 — user study (n = 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inaivX-Results-Lik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6979"/>
            <a:ext cx="5852160" cy="3564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Ethics-approved, remote, anonymous, adults only.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Overall mean 4.6 / 5 — everyone found it easy to use, comfortable, and satisfying.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Safety perceived well: 90% trusted it not to “make things up.”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Weakest point: voice naturalness (mean 4.0) — the clear target to improve.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Evaluation 2 — controlled hallucination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inaivX-Fabr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5044"/>
            <a:ext cx="6126480" cy="3419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6002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44E57"/>
                </a:solidFill>
                <a:latin typeface="Segoe UI"/>
              </a:rPr>
              <a:t>Same model — only the grounding changed: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40280"/>
            <a:ext cx="484632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1B7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404872"/>
            <a:ext cx="4663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B7837"/>
                </a:solidFill>
                <a:latin typeface="Segoe UI"/>
              </a:rPr>
              <a:t>83%  →  28%</a:t>
            </a:r>
          </a:p>
          <a:p>
            <a:pPr algn="ctr"/>
            <a:r>
              <a:rPr sz="1250" b="0" i="0">
                <a:solidFill>
                  <a:srgbClr val="444E57"/>
                </a:solidFill>
                <a:latin typeface="Segoe UI"/>
              </a:rPr>
              <a:t>overall hallucination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657600"/>
            <a:ext cx="484632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1B7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822191"/>
            <a:ext cx="4663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B7837"/>
                </a:solidFill>
                <a:latin typeface="Segoe UI"/>
              </a:rPr>
              <a:t>100%  →  7%</a:t>
            </a:r>
          </a:p>
          <a:p>
            <a:pPr algn="ctr"/>
            <a:r>
              <a:rPr sz="1250" b="0" i="0">
                <a:solidFill>
                  <a:srgbClr val="444E57"/>
                </a:solidFill>
                <a:latin typeface="Segoe UI"/>
              </a:rPr>
              <a:t>hallucination about events after death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0749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44E57"/>
                </a:solidFill>
                <a:latin typeface="Segoe UI"/>
              </a:rPr>
              <a:t>Prompt grounding doesn’t fully stop invented personal facts — which motivates retrieval (RAG).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Answering the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RQ1 ✓  The design measurably reduces hallucination (83% → 28%) and keeps conversational quality (mean 4.6).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RQ2 ✓  One architecture serves both personas; 90% of users always knew they were talking to an AI.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Honest limitation: personal-fact confabulation remains — addressed by document-grounded retrieval (future work).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Limitations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small, self-selected sample (n = 21); measures perceptions, not long-term wellbeing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by ethical design, no genuinely bereaved users took part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Future work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improve voice naturalness — users’ top request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document-grounded retrieval (RAG) to fix personal-fact confabulation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real-time, full-duplex (streaming) voice for lower latency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a persona avatar / photo — a common user request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C97A1A"/>
                </a:solidFill>
                <a:latin typeface="Segoe UI"/>
              </a:rPr>
              <a:t>      –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a larger, longitudinal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Conclusion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789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A dual-mode, safety-by-construction griefbot: generative, yet grounded, transparent, open, and evaluated.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Contributions: the air-gap as a structural guarantee; temporal grounding; and an openly evaluated safety design.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“If such systems are to be built, they need not be the opaque, unconstrained products on the market today.”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D7ECEA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1206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E6E3"/>
                </a:solidFill>
                <a:latin typeface="Segoe UI"/>
              </a:rPr>
              <a:t>NinaivX  ·  Ashwin Kumar Ramesh Kumar  ·  MSc Artificial Intelligence, University of Sheffield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
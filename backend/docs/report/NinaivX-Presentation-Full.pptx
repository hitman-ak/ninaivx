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fabrication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isolation. Point at the screenshot on the right: this is real — a legacy persona asked about a recent flood says its knowledge stopped after a point and refuses to invent details. That's temporal grounding working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Walk left to right: you land here, sign up, then create a persona in a short three-step wizard — who they are, their story, and their voice, which you can pick or clone from a short recording — and finally you can talk to it and hear it reply in a voice call. Rather than a live demo, these screenshots show the whole flow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fabrication rate from 83% to 28%, and fabrication about events after the person's death fell from 100% to essentially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fabrication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 naturalness, retrieval-based grounding to fix the personal-fact gap, real-time full-duplex streaming voice for lower latency, a persona avatar that users asked for,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Fabrication result: 83%-&gt;28% overall, 100%-&gt;~0% post-death.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fabricates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fabrication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factual fabrication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772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fabrication from live data is impossible.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pic>
        <p:nvPicPr>
          <p:cNvPr id="6" name="Picture 5" descr="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01" y="1417320"/>
            <a:ext cx="2004156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57790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97A1A"/>
                </a:solidFill>
                <a:latin typeface="Segoe UI"/>
              </a:rPr>
              <a:t>Temporal grounding in action — declines to invent a recent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pic>
        <p:nvPicPr>
          <p:cNvPr id="6" name="Picture 5" descr="app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595119"/>
            <a:ext cx="1920240" cy="4161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228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Landing</a:t>
            </a:r>
          </a:p>
        </p:txBody>
      </p:sp>
      <p:pic>
        <p:nvPicPr>
          <p:cNvPr id="8" name="Picture 7" descr="app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595119"/>
            <a:ext cx="1920240" cy="4161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0400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Sign-up</a:t>
            </a:r>
          </a:p>
        </p:txBody>
      </p:sp>
      <p:pic>
        <p:nvPicPr>
          <p:cNvPr id="10" name="Picture 9" descr="app-cre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7" y="1595119"/>
            <a:ext cx="1920240" cy="4161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572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Create persona</a:t>
            </a:r>
          </a:p>
        </p:txBody>
      </p:sp>
      <p:pic>
        <p:nvPicPr>
          <p:cNvPr id="12" name="Picture 11" descr="app-creat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447" y="1595119"/>
            <a:ext cx="1920240" cy="4161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6744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Add a voice</a:t>
            </a:r>
          </a:p>
        </p:txBody>
      </p:sp>
      <p:pic>
        <p:nvPicPr>
          <p:cNvPr id="14" name="Picture 13" descr="app-v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167" y="1595119"/>
            <a:ext cx="1920240" cy="4161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9916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fabrication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fabrication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fabrication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fabrication (83% → 28%)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Limitations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small, self-selected sample (n = 21); measures perceptions, not long-term wellbeing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by ethical design, no genuinely bereaved users took part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improve voice naturalness — users’ top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document-grounded retrieval (RAG) to fix personal-fact confabulation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real-time, full-duplex (streaming) voice for lower latency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persona avatar / photo — a common user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larger, longitudinal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